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D9EE-D99C-9373-B24E-348ED8448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9DF3B-0D2D-6D3A-D0D8-0BF41D7C2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D11B-C16B-7D4B-8A79-1FD7EDDA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5B2F4-CC0E-55BB-20EB-108E68B9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A1191-7F05-202E-D36F-8BBF95AB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0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786A-4719-EA73-60F2-D905BA6A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38E7-57A3-812E-A03C-83CD2B347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F2DF8-8B17-3487-6723-94E8DF2F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FD47A-3953-7089-0F1B-9E83E8C2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C3E38-BC4A-95D8-FE0F-B3BEF55A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4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FEE8-FE88-17CF-6C21-6276766A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7483F-0396-23F8-9D60-48D4411C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184BB-2ABC-93D9-62A9-57C7B392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09AE0-4026-E628-D19F-10C36B96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60116-B607-B9AC-8E0F-161E72A4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8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E51B-96DC-14D3-E8D2-CCC49CA8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4F86-3590-F2C5-A588-25EC84450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DACEC-C1A1-BE8E-F9C1-8B52DFA91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1B106-5A2D-8940-582B-40F0EBC0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32C17-1703-8423-31B9-5F43D242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43839-50D8-5CA1-FA84-E1C79633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0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4298-7155-D75B-9788-0B06392D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856D-F1A8-A669-A4B9-24902D99C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9A588-A2CC-B6CC-FEDF-0C7E08EC1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A2635-54D9-A74B-3D83-1C42C99FC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91C6C-59C8-14DA-E586-7C2DB60A2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5CFC3-E66C-202E-53E1-65B09F1D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B8091-BED2-EE97-407D-63978D4A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50091E-700E-F387-9918-268004BF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9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2528-83BE-A375-7100-A7E7CF37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248B7-D536-1B66-6946-D01CF477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7BE41-E9DD-8EAA-42C7-A528E82B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9A148-972C-6461-57F5-6FA101A8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9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0F051-7AF5-5095-4E85-5B324A9F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8915A-D4DA-B06E-A8C6-6FF0860A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C7D81-1A4A-338B-6AF2-ED2D4BCB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6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49BF-738A-D78D-5D11-5718BC70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1F8B6-05FC-58D2-47DD-683CB0580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A57CC-04CF-C66B-B8A8-529837F5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3AA45-5CB5-6E80-EA93-118BA082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76C44-F905-00B3-F306-5E184756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B188B-7221-9FBA-CF46-4F02862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814D-E27D-3187-B3A8-51BDE377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A3EB8-E448-A210-FCC5-5513E2EDB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EDC71-7791-53AB-66A3-4793149FE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39190-D946-AE81-E39D-1482AAC2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90490-AD30-BA74-004B-206B99814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F1FC5-862A-2E86-1A2F-7CBEB5E5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5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0035-6B24-AB85-D0D2-D6C3975C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7D73F-9D6B-6C00-A2E9-6BEE906B7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D7C0A-F8E4-8006-ABAE-0F81C33C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119FE-A0DE-C993-41DD-761E5B30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D039E-CE40-D1EA-62F7-86B1B64D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3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54A50-95F2-F8CB-B248-613B07752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045DE-154B-D18E-30D8-D5865D00A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F9008-D1E5-6D3D-B209-5D384B43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653B3-6CED-44F2-8550-18B1CF76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1E417-DCC2-5631-A23C-18E57890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0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DC98E-7245-506C-4DA3-0445A9E6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2EE9F-CC31-DF39-A062-B2B15B63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E38B-7287-F4F9-DAB0-D29023A03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E9552-342F-9B46-5A56-D78EBE59D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3C071-B40B-CD92-E682-4B644211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F4F6-428C-B0F5-2754-9080DDEB0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A065E-E52F-A7AF-0DEC-F263F5B469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21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